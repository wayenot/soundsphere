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4_B82CA30C.xml" ContentType="application/vnd.ms-powerpoint.comments+xml"/>
  <Override PartName="/ppt/comments/modernComment_105_3D8A938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4D6900-D6F2-C75B-A873-192D7EC2C0F3}" name="ESCALONA Charly" initials="EC" userId="S::charly.escalona@ynov.com::ca53636b-62e7-40b3-9629-8aa3757c2840" providerId="AD"/>
  <p188:author id="{3DE20F19-3A2E-AA69-F1DB-CD298CFBD1B0}" name="DAGNAS Florian" initials="FD" userId="S::florian.dagnas@ynov.com::f81de7dc-8596-4cb4-8fb0-2de2280294b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52AB99-7497-103F-15F5-FAABA5D48278}" v="22" dt="2024-12-17T08:32:22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GNAS Florian" userId="f81de7dc-8596-4cb4-8fb0-2de2280294ba" providerId="ADAL" clId="{36D0C123-D5DE-4791-9B50-F416C3AA3E21}"/>
    <pc:docChg chg="undo custSel addSld modSld">
      <pc:chgData name="DAGNAS Florian" userId="f81de7dc-8596-4cb4-8fb0-2de2280294ba" providerId="ADAL" clId="{36D0C123-D5DE-4791-9B50-F416C3AA3E21}" dt="2023-02-03T07:08:08.224" v="101" actId="14100"/>
      <pc:docMkLst>
        <pc:docMk/>
      </pc:docMkLst>
      <pc:sldChg chg="modSp mod">
        <pc:chgData name="DAGNAS Florian" userId="f81de7dc-8596-4cb4-8fb0-2de2280294ba" providerId="ADAL" clId="{36D0C123-D5DE-4791-9B50-F416C3AA3E21}" dt="2023-02-03T07:08:08.224" v="101" actId="14100"/>
        <pc:sldMkLst>
          <pc:docMk/>
          <pc:sldMk cId="3434377773" sldId="256"/>
        </pc:sldMkLst>
      </pc:sldChg>
      <pc:sldChg chg="modSp mod">
        <pc:chgData name="DAGNAS Florian" userId="f81de7dc-8596-4cb4-8fb0-2de2280294ba" providerId="ADAL" clId="{36D0C123-D5DE-4791-9B50-F416C3AA3E21}" dt="2023-02-03T06:50:59.449" v="83" actId="15"/>
        <pc:sldMkLst>
          <pc:docMk/>
          <pc:sldMk cId="79495571" sldId="257"/>
        </pc:sldMkLst>
      </pc:sldChg>
      <pc:sldChg chg="modAnim">
        <pc:chgData name="DAGNAS Florian" userId="f81de7dc-8596-4cb4-8fb0-2de2280294ba" providerId="ADAL" clId="{36D0C123-D5DE-4791-9B50-F416C3AA3E21}" dt="2023-02-03T06:49:42.379" v="56"/>
        <pc:sldMkLst>
          <pc:docMk/>
          <pc:sldMk cId="3089933068" sldId="260"/>
        </pc:sldMkLst>
      </pc:sldChg>
      <pc:sldChg chg="modSp new mod">
        <pc:chgData name="DAGNAS Florian" userId="f81de7dc-8596-4cb4-8fb0-2de2280294ba" providerId="ADAL" clId="{36D0C123-D5DE-4791-9B50-F416C3AA3E21}" dt="2023-02-03T06:46:45.855" v="18" actId="20577"/>
        <pc:sldMkLst>
          <pc:docMk/>
          <pc:sldMk cId="1032491908" sldId="261"/>
        </pc:sldMkLst>
      </pc:sldChg>
      <pc:sldChg chg="addSp delSp modSp new mod modAnim">
        <pc:chgData name="DAGNAS Florian" userId="f81de7dc-8596-4cb4-8fb0-2de2280294ba" providerId="ADAL" clId="{36D0C123-D5DE-4791-9B50-F416C3AA3E21}" dt="2023-02-03T06:49:33.484" v="54"/>
        <pc:sldMkLst>
          <pc:docMk/>
          <pc:sldMk cId="1814494441" sldId="262"/>
        </pc:sldMkLst>
      </pc:sldChg>
    </pc:docChg>
  </pc:docChgLst>
  <pc:docChgLst>
    <pc:chgData name="DAGNAS Florian" userId="f81de7dc-8596-4cb4-8fb0-2de2280294ba" providerId="ADAL" clId="{A05F3654-423A-491F-BA07-92B4EBBFA474}"/>
    <pc:docChg chg="undo custSel modSld">
      <pc:chgData name="DAGNAS Florian" userId="f81de7dc-8596-4cb4-8fb0-2de2280294ba" providerId="ADAL" clId="{A05F3654-423A-491F-BA07-92B4EBBFA474}" dt="2024-11-28T13:27:11.659" v="24" actId="14100"/>
      <pc:docMkLst>
        <pc:docMk/>
      </pc:docMkLst>
      <pc:sldChg chg="addSp delSp modSp mod addAnim delAnim">
        <pc:chgData name="DAGNAS Florian" userId="f81de7dc-8596-4cb4-8fb0-2de2280294ba" providerId="ADAL" clId="{A05F3654-423A-491F-BA07-92B4EBBFA474}" dt="2024-11-28T13:27:11.659" v="24" actId="14100"/>
        <pc:sldMkLst>
          <pc:docMk/>
          <pc:sldMk cId="1814494441" sldId="262"/>
        </pc:sldMkLst>
        <pc:picChg chg="add mod">
          <ac:chgData name="DAGNAS Florian" userId="f81de7dc-8596-4cb4-8fb0-2de2280294ba" providerId="ADAL" clId="{A05F3654-423A-491F-BA07-92B4EBBFA474}" dt="2024-11-28T13:27:11.659" v="24" actId="14100"/>
          <ac:picMkLst>
            <pc:docMk/>
            <pc:sldMk cId="1814494441" sldId="262"/>
            <ac:picMk id="18" creationId="{D098CE42-B3CD-B48C-FEA7-C263A102927A}"/>
          </ac:picMkLst>
        </pc:picChg>
      </pc:sldChg>
    </pc:docChg>
  </pc:docChgLst>
  <pc:docChgLst>
    <pc:chgData name="ESCALONA Charly" userId="S::charly.escalona@ynov.com::ca53636b-62e7-40b3-9629-8aa3757c2840" providerId="AD" clId="Web-{D07540DF-DA6B-E0ED-4BC8-D3E0A4572586}"/>
    <pc:docChg chg="sldOrd">
      <pc:chgData name="ESCALONA Charly" userId="S::charly.escalona@ynov.com::ca53636b-62e7-40b3-9629-8aa3757c2840" providerId="AD" clId="Web-{D07540DF-DA6B-E0ED-4BC8-D3E0A4572586}" dt="2023-12-19T09:28:37.281" v="2"/>
      <pc:docMkLst>
        <pc:docMk/>
      </pc:docMkLst>
      <pc:sldChg chg="ord">
        <pc:chgData name="ESCALONA Charly" userId="S::charly.escalona@ynov.com::ca53636b-62e7-40b3-9629-8aa3757c2840" providerId="AD" clId="Web-{D07540DF-DA6B-E0ED-4BC8-D3E0A4572586}" dt="2023-12-19T09:28:37.281" v="2"/>
        <pc:sldMkLst>
          <pc:docMk/>
          <pc:sldMk cId="3434377773" sldId="256"/>
        </pc:sldMkLst>
      </pc:sldChg>
      <pc:sldChg chg="modCm">
        <pc:chgData name="ESCALONA Charly" userId="S::charly.escalona@ynov.com::ca53636b-62e7-40b3-9629-8aa3757c2840" providerId="AD" clId="Web-{D07540DF-DA6B-E0ED-4BC8-D3E0A4572586}" dt="2023-12-19T09:28:05.280" v="0"/>
        <pc:sldMkLst>
          <pc:docMk/>
          <pc:sldMk cId="1032491908" sldId="26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ESCALONA Charly" userId="S::charly.escalona@ynov.com::ca53636b-62e7-40b3-9629-8aa3757c2840" providerId="AD" clId="Web-{D07540DF-DA6B-E0ED-4BC8-D3E0A4572586}" dt="2023-12-19T09:28:05.280" v="0"/>
              <pc2:cmMkLst xmlns:pc2="http://schemas.microsoft.com/office/powerpoint/2019/9/main/command">
                <pc:docMk/>
                <pc:sldMk cId="1032491908" sldId="261"/>
                <pc2:cmMk id="{6754B573-4CF0-427D-8D26-FEE38E7ECC85}"/>
              </pc2:cmMkLst>
              <pc226:cmRplyChg chg="add">
                <pc226:chgData name="ESCALONA Charly" userId="S::charly.escalona@ynov.com::ca53636b-62e7-40b3-9629-8aa3757c2840" providerId="AD" clId="Web-{D07540DF-DA6B-E0ED-4BC8-D3E0A4572586}" dt="2023-12-19T09:28:05.280" v="0"/>
                <pc2:cmRplyMkLst xmlns:pc2="http://schemas.microsoft.com/office/powerpoint/2019/9/main/command">
                  <pc:docMk/>
                  <pc:sldMk cId="1032491908" sldId="261"/>
                  <pc2:cmMk id="{6754B573-4CF0-427D-8D26-FEE38E7ECC85}"/>
                  <pc2:cmRplyMk id="{EE0943E4-8D35-479B-A932-1D306BB5CACD}"/>
                </pc2:cmRplyMkLst>
              </pc226:cmRplyChg>
            </pc226:cmChg>
          </p:ext>
        </pc:extLst>
      </pc:sldChg>
    </pc:docChg>
  </pc:docChgLst>
  <pc:docChgLst>
    <pc:chgData name="JAWORSKI Adrian" userId="S::adrian.jaworski@ynov.com::9a73f716-9953-4c83-9ee7-5fb244ddadb4" providerId="AD" clId="Web-{B0156EA5-31D3-09CF-8CB3-916C58F930B9}"/>
    <pc:docChg chg="modSld">
      <pc:chgData name="JAWORSKI Adrian" userId="S::adrian.jaworski@ynov.com::9a73f716-9953-4c83-9ee7-5fb244ddadb4" providerId="AD" clId="Web-{B0156EA5-31D3-09CF-8CB3-916C58F930B9}" dt="2024-12-13T09:25:54.532" v="8" actId="1076"/>
      <pc:docMkLst>
        <pc:docMk/>
      </pc:docMkLst>
      <pc:sldChg chg="modSp">
        <pc:chgData name="JAWORSKI Adrian" userId="S::adrian.jaworski@ynov.com::9a73f716-9953-4c83-9ee7-5fb244ddadb4" providerId="AD" clId="Web-{B0156EA5-31D3-09CF-8CB3-916C58F930B9}" dt="2024-12-13T09:04:55.013" v="3" actId="1076"/>
        <pc:sldMkLst>
          <pc:docMk/>
          <pc:sldMk cId="1209131822" sldId="259"/>
        </pc:sldMkLst>
        <pc:picChg chg="mod">
          <ac:chgData name="JAWORSKI Adrian" userId="S::adrian.jaworski@ynov.com::9a73f716-9953-4c83-9ee7-5fb244ddadb4" providerId="AD" clId="Web-{B0156EA5-31D3-09CF-8CB3-916C58F930B9}" dt="2024-12-13T09:04:55.013" v="3" actId="1076"/>
          <ac:picMkLst>
            <pc:docMk/>
            <pc:sldMk cId="1209131822" sldId="259"/>
            <ac:picMk id="1026" creationId="{88003353-C199-E6F6-9427-6CFFA75A2403}"/>
          </ac:picMkLst>
        </pc:picChg>
      </pc:sldChg>
      <pc:sldChg chg="modSp">
        <pc:chgData name="JAWORSKI Adrian" userId="S::adrian.jaworski@ynov.com::9a73f716-9953-4c83-9ee7-5fb244ddadb4" providerId="AD" clId="Web-{B0156EA5-31D3-09CF-8CB3-916C58F930B9}" dt="2024-12-13T09:25:54.532" v="8" actId="1076"/>
        <pc:sldMkLst>
          <pc:docMk/>
          <pc:sldMk cId="1814494441" sldId="262"/>
        </pc:sldMkLst>
        <pc:picChg chg="mod">
          <ac:chgData name="JAWORSKI Adrian" userId="S::adrian.jaworski@ynov.com::9a73f716-9953-4c83-9ee7-5fb244ddadb4" providerId="AD" clId="Web-{B0156EA5-31D3-09CF-8CB3-916C58F930B9}" dt="2024-12-13T09:25:54.532" v="8" actId="1076"/>
          <ac:picMkLst>
            <pc:docMk/>
            <pc:sldMk cId="1814494441" sldId="262"/>
            <ac:picMk id="18" creationId="{D098CE42-B3CD-B48C-FEA7-C263A102927A}"/>
          </ac:picMkLst>
        </pc:picChg>
      </pc:sldChg>
    </pc:docChg>
  </pc:docChgLst>
  <pc:docChgLst>
    <pc:chgData name="ESCALONA Charly" userId="S::charly.escalona@ynov.com::ca53636b-62e7-40b3-9629-8aa3757c2840" providerId="AD" clId="Web-{C1AFFB16-8070-6569-3360-96BF5BB21A00}"/>
    <pc:docChg chg="mod">
      <pc:chgData name="ESCALONA Charly" userId="S::charly.escalona@ynov.com::ca53636b-62e7-40b3-9629-8aa3757c2840" providerId="AD" clId="Web-{C1AFFB16-8070-6569-3360-96BF5BB21A00}" dt="2023-12-19T09:09:21.352" v="2"/>
      <pc:docMkLst>
        <pc:docMk/>
      </pc:docMkLst>
      <pc:sldChg chg="addCm">
        <pc:chgData name="ESCALONA Charly" userId="S::charly.escalona@ynov.com::ca53636b-62e7-40b3-9629-8aa3757c2840" providerId="AD" clId="Web-{C1AFFB16-8070-6569-3360-96BF5BB21A00}" dt="2023-12-19T09:09:21.352" v="2"/>
        <pc:sldMkLst>
          <pc:docMk/>
          <pc:sldMk cId="3089933068" sldId="26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ESCALONA Charly" userId="S::charly.escalona@ynov.com::ca53636b-62e7-40b3-9629-8aa3757c2840" providerId="AD" clId="Web-{C1AFFB16-8070-6569-3360-96BF5BB21A00}" dt="2023-12-19T09:09:21.352" v="2"/>
              <pc2:cmMkLst xmlns:pc2="http://schemas.microsoft.com/office/powerpoint/2019/9/main/command">
                <pc:docMk/>
                <pc:sldMk cId="3089933068" sldId="260"/>
                <pc2:cmMk id="{8722684E-F1D7-4948-AA51-82BDCAFFBF87}"/>
              </pc2:cmMkLst>
            </pc226:cmChg>
          </p:ext>
        </pc:extLst>
      </pc:sldChg>
      <pc:sldChg chg="addCm">
        <pc:chgData name="ESCALONA Charly" userId="S::charly.escalona@ynov.com::ca53636b-62e7-40b3-9629-8aa3757c2840" providerId="AD" clId="Web-{C1AFFB16-8070-6569-3360-96BF5BB21A00}" dt="2023-12-19T09:05:56.011" v="1"/>
        <pc:sldMkLst>
          <pc:docMk/>
          <pc:sldMk cId="1032491908" sldId="26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ESCALONA Charly" userId="S::charly.escalona@ynov.com::ca53636b-62e7-40b3-9629-8aa3757c2840" providerId="AD" clId="Web-{C1AFFB16-8070-6569-3360-96BF5BB21A00}" dt="2023-12-19T09:05:56.011" v="1"/>
              <pc2:cmMkLst xmlns:pc2="http://schemas.microsoft.com/office/powerpoint/2019/9/main/command">
                <pc:docMk/>
                <pc:sldMk cId="1032491908" sldId="261"/>
                <pc2:cmMk id="{6754B573-4CF0-427D-8D26-FEE38E7ECC85}"/>
              </pc2:cmMkLst>
            </pc226:cmChg>
          </p:ext>
        </pc:extLst>
      </pc:sldChg>
    </pc:docChg>
  </pc:docChgLst>
  <pc:docChgLst>
    <pc:chgData name="JAWORSKI Adrian" userId="S::adrian.jaworski@ynov.com::9a73f716-9953-4c83-9ee7-5fb244ddadb4" providerId="AD" clId="Web-{FD52AB99-7497-103F-15F5-FAABA5D48278}"/>
    <pc:docChg chg="modSld">
      <pc:chgData name="JAWORSKI Adrian" userId="S::adrian.jaworski@ynov.com::9a73f716-9953-4c83-9ee7-5fb244ddadb4" providerId="AD" clId="Web-{FD52AB99-7497-103F-15F5-FAABA5D48278}" dt="2024-12-17T08:32:22.869" v="19" actId="14100"/>
      <pc:docMkLst>
        <pc:docMk/>
      </pc:docMkLst>
      <pc:sldChg chg="addSp delSp modSp delAnim">
        <pc:chgData name="JAWORSKI Adrian" userId="S::adrian.jaworski@ynov.com::9a73f716-9953-4c83-9ee7-5fb244ddadb4" providerId="AD" clId="Web-{FD52AB99-7497-103F-15F5-FAABA5D48278}" dt="2024-12-17T08:32:02.946" v="17" actId="14100"/>
        <pc:sldMkLst>
          <pc:docMk/>
          <pc:sldMk cId="3089933068" sldId="260"/>
        </pc:sldMkLst>
        <pc:spChg chg="del">
          <ac:chgData name="JAWORSKI Adrian" userId="S::adrian.jaworski@ynov.com::9a73f716-9953-4c83-9ee7-5fb244ddadb4" providerId="AD" clId="Web-{FD52AB99-7497-103F-15F5-FAABA5D48278}" dt="2024-12-17T08:31:45.665" v="13"/>
          <ac:spMkLst>
            <pc:docMk/>
            <pc:sldMk cId="3089933068" sldId="260"/>
            <ac:spMk id="2" creationId="{C3DBE5EF-62CA-1EB2-F0F3-420A2DED07DA}"/>
          </ac:spMkLst>
        </pc:spChg>
        <pc:spChg chg="add del mod">
          <ac:chgData name="JAWORSKI Adrian" userId="S::adrian.jaworski@ynov.com::9a73f716-9953-4c83-9ee7-5fb244ddadb4" providerId="AD" clId="Web-{FD52AB99-7497-103F-15F5-FAABA5D48278}" dt="2024-12-17T08:31:48.462" v="14"/>
          <ac:spMkLst>
            <pc:docMk/>
            <pc:sldMk cId="3089933068" sldId="260"/>
            <ac:spMk id="4" creationId="{6ED8BB2B-BC53-8944-4D30-8E5E2FBCB6E8}"/>
          </ac:spMkLst>
        </pc:spChg>
        <pc:spChg chg="del mod">
          <ac:chgData name="JAWORSKI Adrian" userId="S::adrian.jaworski@ynov.com::9a73f716-9953-4c83-9ee7-5fb244ddadb4" providerId="AD" clId="Web-{FD52AB99-7497-103F-15F5-FAABA5D48278}" dt="2024-12-17T08:20:53.024" v="12"/>
          <ac:spMkLst>
            <pc:docMk/>
            <pc:sldMk cId="3089933068" sldId="260"/>
            <ac:spMk id="8" creationId="{84024BE9-7A11-164F-9809-08B754C18C3C}"/>
          </ac:spMkLst>
        </pc:spChg>
        <pc:picChg chg="mod">
          <ac:chgData name="JAWORSKI Adrian" userId="S::adrian.jaworski@ynov.com::9a73f716-9953-4c83-9ee7-5fb244ddadb4" providerId="AD" clId="Web-{FD52AB99-7497-103F-15F5-FAABA5D48278}" dt="2024-12-17T08:32:02.946" v="17" actId="14100"/>
          <ac:picMkLst>
            <pc:docMk/>
            <pc:sldMk cId="3089933068" sldId="260"/>
            <ac:picMk id="7" creationId="{3B91DD43-52DD-D198-2B8F-D3CDE99A8246}"/>
          </ac:picMkLst>
        </pc:picChg>
      </pc:sldChg>
      <pc:sldChg chg="addSp delSp modSp delAnim">
        <pc:chgData name="JAWORSKI Adrian" userId="S::adrian.jaworski@ynov.com::9a73f716-9953-4c83-9ee7-5fb244ddadb4" providerId="AD" clId="Web-{FD52AB99-7497-103F-15F5-FAABA5D48278}" dt="2024-12-17T08:32:22.869" v="19" actId="14100"/>
        <pc:sldMkLst>
          <pc:docMk/>
          <pc:sldMk cId="1814494441" sldId="262"/>
        </pc:sldMkLst>
        <pc:spChg chg="del">
          <ac:chgData name="JAWORSKI Adrian" userId="S::adrian.jaworski@ynov.com::9a73f716-9953-4c83-9ee7-5fb244ddadb4" providerId="AD" clId="Web-{FD52AB99-7497-103F-15F5-FAABA5D48278}" dt="2024-12-17T08:17:28.879" v="5"/>
          <ac:spMkLst>
            <pc:docMk/>
            <pc:sldMk cId="1814494441" sldId="262"/>
            <ac:spMk id="2" creationId="{D67F2478-1FC3-5ADE-6C77-434BF94962C0}"/>
          </ac:spMkLst>
        </pc:spChg>
        <pc:spChg chg="add del mod">
          <ac:chgData name="JAWORSKI Adrian" userId="S::adrian.jaworski@ynov.com::9a73f716-9953-4c83-9ee7-5fb244ddadb4" providerId="AD" clId="Web-{FD52AB99-7497-103F-15F5-FAABA5D48278}" dt="2024-12-17T08:17:31.597" v="6"/>
          <ac:spMkLst>
            <pc:docMk/>
            <pc:sldMk cId="1814494441" sldId="262"/>
            <ac:spMk id="4" creationId="{8FC8D8B7-E818-094E-F259-EF740C6A9545}"/>
          </ac:spMkLst>
        </pc:spChg>
        <pc:spChg chg="del">
          <ac:chgData name="JAWORSKI Adrian" userId="S::adrian.jaworski@ynov.com::9a73f716-9953-4c83-9ee7-5fb244ddadb4" providerId="AD" clId="Web-{FD52AB99-7497-103F-15F5-FAABA5D48278}" dt="2024-12-17T08:17:37.379" v="7"/>
          <ac:spMkLst>
            <pc:docMk/>
            <pc:sldMk cId="1814494441" sldId="262"/>
            <ac:spMk id="9" creationId="{E2D34A79-7A0C-E919-D856-4DE51F7C5818}"/>
          </ac:spMkLst>
        </pc:spChg>
        <pc:picChg chg="mod">
          <ac:chgData name="JAWORSKI Adrian" userId="S::adrian.jaworski@ynov.com::9a73f716-9953-4c83-9ee7-5fb244ddadb4" providerId="AD" clId="Web-{FD52AB99-7497-103F-15F5-FAABA5D48278}" dt="2024-12-17T08:32:22.869" v="19" actId="14100"/>
          <ac:picMkLst>
            <pc:docMk/>
            <pc:sldMk cId="1814494441" sldId="262"/>
            <ac:picMk id="18" creationId="{D098CE42-B3CD-B48C-FEA7-C263A102927A}"/>
          </ac:picMkLst>
        </pc:picChg>
      </pc:sldChg>
    </pc:docChg>
  </pc:docChgLst>
  <pc:docChgLst>
    <pc:chgData name="DAGNAS Florian" userId="f81de7dc-8596-4cb4-8fb0-2de2280294ba" providerId="ADAL" clId="{ECAF2EAE-74E7-4136-867C-7B821112207B}"/>
    <pc:docChg chg="modSld">
      <pc:chgData name="DAGNAS Florian" userId="f81de7dc-8596-4cb4-8fb0-2de2280294ba" providerId="ADAL" clId="{ECAF2EAE-74E7-4136-867C-7B821112207B}" dt="2023-12-19T09:25:38.438" v="8"/>
      <pc:docMkLst>
        <pc:docMk/>
      </pc:docMkLst>
      <pc:sldChg chg="modSp mod">
        <pc:chgData name="DAGNAS Florian" userId="f81de7dc-8596-4cb4-8fb0-2de2280294ba" providerId="ADAL" clId="{ECAF2EAE-74E7-4136-867C-7B821112207B}" dt="2023-12-19T07:52:08.832" v="6" actId="20577"/>
        <pc:sldMkLst>
          <pc:docMk/>
          <pc:sldMk cId="3269719872" sldId="258"/>
        </pc:sldMkLst>
      </pc:sldChg>
      <pc:sldChg chg="modCm">
        <pc:chgData name="DAGNAS Florian" userId="f81de7dc-8596-4cb4-8fb0-2de2280294ba" providerId="ADAL" clId="{ECAF2EAE-74E7-4136-867C-7B821112207B}" dt="2023-12-19T09:25:38.438" v="8"/>
        <pc:sldMkLst>
          <pc:docMk/>
          <pc:sldMk cId="1032491908" sldId="26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DAGNAS Florian" userId="f81de7dc-8596-4cb4-8fb0-2de2280294ba" providerId="ADAL" clId="{ECAF2EAE-74E7-4136-867C-7B821112207B}" dt="2023-12-19T09:25:38.438" v="8"/>
              <pc2:cmMkLst xmlns:pc2="http://schemas.microsoft.com/office/powerpoint/2019/9/main/command">
                <pc:docMk/>
                <pc:sldMk cId="1032491908" sldId="261"/>
                <pc2:cmMk id="{6754B573-4CF0-427D-8D26-FEE38E7ECC85}"/>
              </pc2:cmMkLst>
              <pc226:cmRplyChg chg="add">
                <pc226:chgData name="DAGNAS Florian" userId="f81de7dc-8596-4cb4-8fb0-2de2280294ba" providerId="ADAL" clId="{ECAF2EAE-74E7-4136-867C-7B821112207B}" dt="2023-12-19T09:25:38.438" v="8"/>
                <pc2:cmRplyMkLst xmlns:pc2="http://schemas.microsoft.com/office/powerpoint/2019/9/main/command">
                  <pc:docMk/>
                  <pc:sldMk cId="1032491908" sldId="261"/>
                  <pc2:cmMk id="{6754B573-4CF0-427D-8D26-FEE38E7ECC85}"/>
                  <pc2:cmRplyMk id="{60BBEDC2-AA28-4FDA-BEAD-0DB7214DF40F}"/>
                </pc2:cmRplyMkLst>
              </pc226:cmRplyChg>
            </pc226:cmChg>
          </p:ext>
        </pc:extLst>
      </pc:sldChg>
      <pc:sldChg chg="modSp">
        <pc:chgData name="DAGNAS Florian" userId="f81de7dc-8596-4cb4-8fb0-2de2280294ba" providerId="ADAL" clId="{ECAF2EAE-74E7-4136-867C-7B821112207B}" dt="2023-12-19T07:53:55.384" v="7" actId="33524"/>
        <pc:sldMkLst>
          <pc:docMk/>
          <pc:sldMk cId="1814494441" sldId="262"/>
        </pc:sldMkLst>
      </pc:sldChg>
    </pc:docChg>
  </pc:docChgLst>
</pc:chgInfo>
</file>

<file path=ppt/comments/modernComment_104_B82CA30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722684E-F1D7-4948-AA51-82BDCAFFBF87}" authorId="{7B4D6900-D6F2-C75B-A873-192D7EC2C0F3}" created="2023-12-19T09:09:21.352">
    <pc:sldMkLst xmlns:pc="http://schemas.microsoft.com/office/powerpoint/2013/main/command">
      <pc:docMk/>
      <pc:sldMk cId="3089933068" sldId="260"/>
    </pc:sldMkLst>
    <p188:txBody>
      <a:bodyPr/>
      <a:lstStyle/>
      <a:p>
        <a:r>
          <a:rPr lang="fr-FR"/>
          <a:t>Le code golang présenté ici n'est pas totalement correct
ioutil récupéré par io/ioutil est déprécié et maintenant doit être importé par OS
https://pkg.go.dev/io/ioutil</a:t>
        </a:r>
      </a:p>
    </p188:txBody>
  </p188:cm>
</p188:cmLst>
</file>

<file path=ppt/comments/modernComment_105_3D8A93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754B573-4CF0-427D-8D26-FEE38E7ECC85}" authorId="{7B4D6900-D6F2-C75B-A873-192D7EC2C0F3}" created="2023-12-19T09:05:56.01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32491908" sldId="261"/>
      <ac:spMk id="3" creationId="{ECA6B8DB-F2E0-C407-287D-C362659ADAE7}"/>
      <ac:txMk cp="29" len="1">
        <ac:context len="527" hash="1881688312"/>
      </ac:txMk>
    </ac:txMkLst>
    <p188:pos x="4114800" y="337457"/>
    <p188:replyLst>
      <p188:reply id="{60BBEDC2-AA28-4FDA-BEAD-0DB7214DF40F}" authorId="{3DE20F19-3A2E-AA69-F1DB-CD298CFBD1B0}" created="2023-12-19T09:25:38.415">
        <p188:txBody>
          <a:bodyPr/>
          <a:lstStyle/>
          <a:p>
            <a:r>
              <a:rPr lang="fr-FR"/>
              <a:t>[@ESCALONA Charly] valide l'an dernier car "culture G"</a:t>
            </a:r>
          </a:p>
        </p188:txBody>
      </p188:reply>
      <p188:reply id="{EE0943E4-8D35-479B-A932-1D306BB5CACD}" authorId="{7B4D6900-D6F2-C75B-A873-192D7EC2C0F3}" created="2023-12-19T09:28:05.280">
        <p188:txBody>
          <a:bodyPr/>
          <a:lstStyle/>
          <a:p>
            <a:r>
              <a:rPr lang="fr-FR"/>
              <a:t>Oui nan mais on parle de golang là autant focus sur golang non ?</a:t>
            </a:r>
          </a:p>
        </p188:txBody>
      </p188:reply>
    </p188:replyLst>
    <p188:txBody>
      <a:bodyPr/>
      <a:lstStyle/>
      <a:p>
        <a:r>
          <a:rPr lang="fr-FR"/>
          <a:t>[@DAGNAS Florian] Petite coquille "Est un module Ruby"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‹N°›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951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57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1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6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85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83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15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‹N°›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9167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38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77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82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redev.com/blog/what-is-an-api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4_B82CA30C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3D8A938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B0A228-9EA3-4009-A82E-9402BBC72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C15C280-4481-CA72-F848-B0C1DA62E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419" y="1181101"/>
            <a:ext cx="6564702" cy="992756"/>
          </a:xfrm>
        </p:spPr>
        <p:txBody>
          <a:bodyPr>
            <a:normAutofit/>
          </a:bodyPr>
          <a:lstStyle/>
          <a:p>
            <a:r>
              <a:rPr lang="fr-FR"/>
              <a:t>Groupie-Tracker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7FDD404-E30D-CDCF-AFF3-D6FF1DC04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360719"/>
            <a:ext cx="2679356" cy="1465118"/>
          </a:xfrm>
        </p:spPr>
        <p:txBody>
          <a:bodyPr anchor="b">
            <a:normAutofit/>
          </a:bodyPr>
          <a:lstStyle/>
          <a:p>
            <a:r>
              <a:rPr lang="fr-FR"/>
              <a:t>Cours B1 Info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C522D-2863-B02D-BA12-FBA8E32357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43"/>
          <a:stretch/>
        </p:blipFill>
        <p:spPr>
          <a:xfrm>
            <a:off x="3093268" y="10"/>
            <a:ext cx="9098732" cy="6857990"/>
          </a:xfrm>
          <a:custGeom>
            <a:avLst/>
            <a:gdLst/>
            <a:ahLst/>
            <a:cxnLst/>
            <a:rect l="l" t="t" r="r" b="b"/>
            <a:pathLst>
              <a:path w="9098732" h="6858000">
                <a:moveTo>
                  <a:pt x="6010592" y="0"/>
                </a:moveTo>
                <a:lnTo>
                  <a:pt x="8235629" y="4"/>
                </a:lnTo>
                <a:cubicBezTo>
                  <a:pt x="8235629" y="3"/>
                  <a:pt x="8235630" y="3"/>
                  <a:pt x="8235630" y="2"/>
                </a:cubicBezTo>
                <a:lnTo>
                  <a:pt x="9098732" y="0"/>
                </a:lnTo>
                <a:lnTo>
                  <a:pt x="909873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2E0C409-730D-455F-AA8F-0646ABDB1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8973" y="0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77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BEC48-10E1-3590-A011-F0DCD694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CF6D17-C232-84BF-495B-5FA26A47D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r-FR"/>
              <a:t>Une API, c’est quoi ?</a:t>
            </a:r>
          </a:p>
          <a:p>
            <a:pPr marL="457200" indent="-457200">
              <a:buFont typeface="+mj-lt"/>
              <a:buAutoNum type="arabicPeriod"/>
            </a:pPr>
            <a:r>
              <a:rPr lang="fr-FR"/>
              <a:t>Exemple</a:t>
            </a:r>
          </a:p>
          <a:p>
            <a:pPr marL="457200" indent="-457200">
              <a:buFont typeface="+mj-lt"/>
              <a:buAutoNum type="arabicPeriod"/>
            </a:pPr>
            <a:r>
              <a:rPr lang="fr-FR"/>
              <a:t>Comment faire en Go ?</a:t>
            </a:r>
          </a:p>
          <a:p>
            <a:pPr marL="457200" indent="-457200">
              <a:buFont typeface="+mj-lt"/>
              <a:buAutoNum type="arabicPeriod"/>
            </a:pPr>
            <a:r>
              <a:rPr lang="fr-FR"/>
              <a:t>Marshal JSON</a:t>
            </a:r>
          </a:p>
          <a:p>
            <a:pPr marL="457200" indent="-457200">
              <a:buFont typeface="+mj-lt"/>
              <a:buAutoNum type="arabicPeriod"/>
            </a:pPr>
            <a:r>
              <a:rPr lang="fr-FR"/>
              <a:t>Comment faire en Go ?</a:t>
            </a:r>
          </a:p>
        </p:txBody>
      </p:sp>
    </p:spTree>
    <p:extLst>
      <p:ext uri="{BB962C8B-B14F-4D97-AF65-F5344CB8AC3E}">
        <p14:creationId xmlns:p14="http://schemas.microsoft.com/office/powerpoint/2010/main" val="7949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250C01-9BF7-5504-91F6-EE65F490F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Une API, c’est quoi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1E9333-DDDC-6BC3-4EFC-C238EF6B0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233833"/>
            <a:ext cx="9905999" cy="38567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0" i="0">
                <a:solidFill>
                  <a:srgbClr val="D1D5DB"/>
                </a:solidFill>
                <a:effectLst/>
                <a:latin typeface="Söhne"/>
              </a:rPr>
              <a:t>Les API (Application </a:t>
            </a:r>
            <a:r>
              <a:rPr lang="fr-FR" b="0" i="0" err="1">
                <a:solidFill>
                  <a:srgbClr val="D1D5DB"/>
                </a:solidFill>
                <a:effectLst/>
                <a:latin typeface="Söhne"/>
              </a:rPr>
              <a:t>Programming</a:t>
            </a:r>
            <a:r>
              <a:rPr lang="fr-FR" b="0" i="0">
                <a:solidFill>
                  <a:srgbClr val="D1D5DB"/>
                </a:solidFill>
                <a:effectLst/>
                <a:latin typeface="Söhne"/>
              </a:rPr>
              <a:t> Interface) permettent à des applications de communiquer entre elles.</a:t>
            </a:r>
          </a:p>
          <a:p>
            <a:pPr marL="0" indent="0">
              <a:buNone/>
            </a:pPr>
            <a:endParaRPr lang="fr-FR" b="0" i="0">
              <a:solidFill>
                <a:srgbClr val="D1D5DB"/>
              </a:solidFill>
              <a:effectLst/>
              <a:latin typeface="Söhne"/>
            </a:endParaRPr>
          </a:p>
          <a:p>
            <a:pPr marL="0" indent="0">
              <a:buNone/>
            </a:pPr>
            <a:r>
              <a:rPr lang="fr-FR" b="0" i="0">
                <a:solidFill>
                  <a:srgbClr val="D1D5DB"/>
                </a:solidFill>
                <a:effectLst/>
                <a:latin typeface="Söhne"/>
              </a:rPr>
              <a:t>Elles offrent une interface pour accéder à des données ou des fonctionnalités d'une application ou d'un système.</a:t>
            </a:r>
          </a:p>
          <a:p>
            <a:pPr marL="0" indent="0">
              <a:buNone/>
            </a:pPr>
            <a:endParaRPr lang="fr-FR" b="0" i="0">
              <a:solidFill>
                <a:srgbClr val="D1D5DB"/>
              </a:solidFill>
              <a:effectLst/>
              <a:latin typeface="Söhne"/>
            </a:endParaRPr>
          </a:p>
          <a:p>
            <a:pPr marL="0" indent="0">
              <a:buNone/>
            </a:pPr>
            <a:r>
              <a:rPr lang="fr-FR" b="0" i="0">
                <a:solidFill>
                  <a:srgbClr val="D1D5DB"/>
                </a:solidFill>
                <a:effectLst/>
                <a:latin typeface="Söhne"/>
              </a:rPr>
              <a:t>Pour utiliser une API, vous devez généralement </a:t>
            </a:r>
            <a:r>
              <a:rPr lang="fr-FR">
                <a:solidFill>
                  <a:srgbClr val="D1D5DB"/>
                </a:solidFill>
                <a:latin typeface="Söhne"/>
              </a:rPr>
              <a:t>vous </a:t>
            </a:r>
            <a:r>
              <a:rPr lang="fr-FR" b="0" i="0">
                <a:solidFill>
                  <a:srgbClr val="D1D5DB"/>
                </a:solidFill>
                <a:effectLst/>
                <a:latin typeface="Söhne"/>
              </a:rPr>
              <a:t>inscrire pour obtenir une clé d'accès qui vous est personnelle. Vous pouvez ensuite utiliser cette clé pour envoyer des requêtes à l'API et recevoir des réponses en format JSON ou XML.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719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4BFC9-552E-3A7B-243E-5BDE6FA77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778610-1320-08C8-EA95-7A27E82B8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>
                <a:solidFill>
                  <a:srgbClr val="D1D5DB"/>
                </a:solidFill>
                <a:latin typeface="Söhne"/>
              </a:rPr>
              <a:t>I</a:t>
            </a:r>
            <a:r>
              <a:rPr lang="fr-FR" b="0" i="0">
                <a:solidFill>
                  <a:srgbClr val="D1D5DB"/>
                </a:solidFill>
                <a:effectLst/>
                <a:latin typeface="Söhne"/>
              </a:rPr>
              <a:t>maginez que vous voulez créer une application qui affiche les prévisions météo de différentes villes. </a:t>
            </a:r>
          </a:p>
          <a:p>
            <a:pPr marL="0" indent="0">
              <a:buNone/>
            </a:pPr>
            <a:endParaRPr lang="fr-FR">
              <a:solidFill>
                <a:srgbClr val="D1D5DB"/>
              </a:solidFill>
              <a:latin typeface="Söhne"/>
            </a:endParaRPr>
          </a:p>
          <a:p>
            <a:pPr marL="0" indent="0">
              <a:buNone/>
            </a:pPr>
            <a:r>
              <a:rPr lang="fr-FR" b="0" i="0">
                <a:solidFill>
                  <a:srgbClr val="D1D5DB"/>
                </a:solidFill>
                <a:effectLst/>
                <a:latin typeface="Söhne"/>
              </a:rPr>
              <a:t>Vous pourriez utiliser une API météo qui vous donne accès aux données nécessaires, comme la température, la pluie, etc., plutôt que de collecter ces données vous-même.</a:t>
            </a:r>
            <a:endParaRPr lang="fr-FR"/>
          </a:p>
        </p:txBody>
      </p:sp>
      <p:pic>
        <p:nvPicPr>
          <p:cNvPr id="1026" name="Picture 2" descr="Hubvisory | API Rest : Comment Ça Fonctionne Et Pourquoi L'utiliser ?">
            <a:extLst>
              <a:ext uri="{FF2B5EF4-FFF2-40B4-BE49-F238E27FC236}">
                <a16:creationId xmlns:a16="http://schemas.microsoft.com/office/drawing/2014/main" id="{88003353-C199-E6F6-9427-6CFFA75A2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182" y="-1125"/>
            <a:ext cx="4412393" cy="225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8CF8272-23EC-1D56-E45B-AB4917A14100}"/>
              </a:ext>
            </a:extLst>
          </p:cNvPr>
          <p:cNvSpPr txBox="1"/>
          <p:nvPr/>
        </p:nvSpPr>
        <p:spPr>
          <a:xfrm>
            <a:off x="1232807" y="6310993"/>
            <a:ext cx="8768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rgbClr val="FFC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https://www.sciredev.com/blog/what-is-an-api</a:t>
            </a:r>
            <a:endParaRPr lang="fr-FR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13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uiExpand="1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B91DD43-52DD-D198-2B8F-D3CDE99A82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72"/>
          <a:stretch/>
        </p:blipFill>
        <p:spPr>
          <a:xfrm>
            <a:off x="1981200" y="-3983"/>
            <a:ext cx="6804122" cy="67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93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81D50F-4129-D88C-D791-9B9656447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Marshal JSON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A6B8DB-F2E0-C407-287D-C362659AD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0" i="0">
                <a:solidFill>
                  <a:srgbClr val="D1D5DB"/>
                </a:solidFill>
                <a:effectLst/>
                <a:latin typeface="Söhne"/>
              </a:rPr>
              <a:t>Le Marshal JSON est un module en Ruby qui permet de convertir des objets Ruby en format JSON (JavaScript Object Notation) et inversement. </a:t>
            </a:r>
          </a:p>
          <a:p>
            <a:r>
              <a:rPr lang="fr-FR" b="0" i="0">
                <a:solidFill>
                  <a:srgbClr val="D1D5DB"/>
                </a:solidFill>
                <a:effectLst/>
                <a:latin typeface="Söhne"/>
              </a:rPr>
              <a:t>Il peut être utilisé pour faciliter la communication entre des applications Ruby et d'autres applications ou technologies qui utilisent le format JSON. </a:t>
            </a:r>
          </a:p>
          <a:p>
            <a:r>
              <a:rPr lang="fr-FR" b="0" i="0">
                <a:solidFill>
                  <a:srgbClr val="D1D5DB"/>
                </a:solidFill>
                <a:effectLst/>
                <a:latin typeface="Söhne"/>
              </a:rPr>
              <a:t>Avec Marshal, il est possible de sérialiser des objets Ruby en une chaîne de caractères JSON et de désérialiser cette chaîne en objets Ruby. </a:t>
            </a:r>
          </a:p>
          <a:p>
            <a:r>
              <a:rPr lang="fr-FR" b="0" i="0">
                <a:solidFill>
                  <a:srgbClr val="D1D5DB"/>
                </a:solidFill>
                <a:effectLst/>
                <a:latin typeface="Söhne"/>
              </a:rPr>
              <a:t>Les données sérialisées peuvent être stockées sur le disque dur ou transmises par le réseau.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4919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D098CE42-B3CD-B48C-FEA7-C263A1029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892" y="-17267"/>
            <a:ext cx="5212871" cy="687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94441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AnalogousFromRegularSeedLeftStep">
      <a:dk1>
        <a:srgbClr val="000000"/>
      </a:dk1>
      <a:lt1>
        <a:srgbClr val="FFFFFF"/>
      </a:lt1>
      <a:dk2>
        <a:srgbClr val="20392B"/>
      </a:dk2>
      <a:lt2>
        <a:srgbClr val="E8E4E2"/>
      </a:lt2>
      <a:accent1>
        <a:srgbClr val="3DA7D3"/>
      </a:accent1>
      <a:accent2>
        <a:srgbClr val="28B5A4"/>
      </a:accent2>
      <a:accent3>
        <a:srgbClr val="35B770"/>
      </a:accent3>
      <a:accent4>
        <a:srgbClr val="29BA2F"/>
      </a:accent4>
      <a:accent5>
        <a:srgbClr val="65B634"/>
      </a:accent5>
      <a:accent6>
        <a:srgbClr val="91AD26"/>
      </a:accent6>
      <a:hlink>
        <a:srgbClr val="BF653F"/>
      </a:hlink>
      <a:folHlink>
        <a:srgbClr val="7F7F7F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5934c24-80aa-402b-9811-c9d59418f702">
      <Terms xmlns="http://schemas.microsoft.com/office/infopath/2007/PartnerControls"/>
    </lcf76f155ced4ddcb4097134ff3c332f>
    <TaxCatchAll xmlns="f97ca903-345c-4843-8838-2e4e3f336f1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2A045B1AC22543BC30113C96E845C1" ma:contentTypeVersion="12" ma:contentTypeDescription="Crée un document." ma:contentTypeScope="" ma:versionID="3d384047fc1014abbbf9a890dc46fbe2">
  <xsd:schema xmlns:xsd="http://www.w3.org/2001/XMLSchema" xmlns:xs="http://www.w3.org/2001/XMLSchema" xmlns:p="http://schemas.microsoft.com/office/2006/metadata/properties" xmlns:ns2="75934c24-80aa-402b-9811-c9d59418f702" xmlns:ns3="f97ca903-345c-4843-8838-2e4e3f336f1f" targetNamespace="http://schemas.microsoft.com/office/2006/metadata/properties" ma:root="true" ma:fieldsID="f6024452b26119f0da669ff50cf1df9f" ns2:_="" ns3:_="">
    <xsd:import namespace="75934c24-80aa-402b-9811-c9d59418f702"/>
    <xsd:import namespace="f97ca903-345c-4843-8838-2e4e3f336f1f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934c24-80aa-402b-9811-c9d59418f70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alises d’images" ma:readOnly="false" ma:fieldId="{5cf76f15-5ced-4ddc-b409-7134ff3c332f}" ma:taxonomyMulti="true" ma:sspId="f2e1edae-0774-4b0d-9711-b3283f3197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7ca903-345c-4843-8838-2e4e3f336f1f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09dbfc3b-0b4d-4f9d-a7b6-c087a0d0b4e3}" ma:internalName="TaxCatchAll" ma:showField="CatchAllData" ma:web="f97ca903-345c-4843-8838-2e4e3f336f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1CC26A-9104-4833-A530-D082F9495B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672080-0B12-445F-8FE0-5301C3328AAE}">
  <ds:schemaRefs>
    <ds:schemaRef ds:uri="75934c24-80aa-402b-9811-c9d59418f702"/>
    <ds:schemaRef ds:uri="f97ca903-345c-4843-8838-2e4e3f336f1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B53FABF-84BE-4F22-A555-3383FB5992C7}">
  <ds:schemaRefs>
    <ds:schemaRef ds:uri="75934c24-80aa-402b-9811-c9d59418f702"/>
    <ds:schemaRef ds:uri="f97ca903-345c-4843-8838-2e4e3f336f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7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RegattaVTI</vt:lpstr>
      <vt:lpstr>Groupie-Tracker</vt:lpstr>
      <vt:lpstr>Sommaire</vt:lpstr>
      <vt:lpstr>Une API, c’est quoi ?</vt:lpstr>
      <vt:lpstr>Exemple</vt:lpstr>
      <vt:lpstr>Présentation PowerPoint</vt:lpstr>
      <vt:lpstr>Marshal JSON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API</dc:title>
  <dc:creator>DAGNAS Florian</dc:creator>
  <cp:revision>15</cp:revision>
  <dcterms:created xsi:type="dcterms:W3CDTF">2023-01-25T07:39:25Z</dcterms:created>
  <dcterms:modified xsi:type="dcterms:W3CDTF">2024-12-17T08:32:28Z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0x010100632A045B1AC22543BC30113C96E845C1</vt:lpwstr>
  </property>
  <property fmtid="{D5CDD505-2E9C-101B-9397-08002B2CF9AE}" pid="3" name="MediaServiceImageTags">
    <vt:lpwstr/>
  </property>
</Properties>
</file>